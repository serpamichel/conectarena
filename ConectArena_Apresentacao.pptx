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6cm3xAS81DU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ConectArena - Apresentação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Plataforma de gerenciamento de eventos e vendas de ingressos em arena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Arquitetura full-stack com React/Vite e Spring Boot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Foco em usabilidade para público e administradores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O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Dificuldade de centralizar eventos e venda de ingressos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Gestão de eventos e controle de público pouco acessível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Falta de espaço colaborativo para comunidade e engajamento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A Solução Desenvolvida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Marketplace de eventos com compra de ingressos e perfil de usuário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Comunidade para posts, comentários e interação entre fãs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Administração de eventos com criação de shows e métricas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Interface responsiva construída com componentes modernos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Arquitetura do Software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Frontend React + Vite consumindo API REST do backend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Backend Spring Boot com autenticação JWT e controle de eventos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Banco de dados H2 local para persistência de eventos e usuários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Divisão em interface, lógica de negócio e persistência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Características do Produto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Login, cadastro, recuperação de senha e autenticação JWT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Página de detalhes de evento e fluxo de checkout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Perfil do usuário, ingressos e favoritos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Área de comunidade, comentários e feed de posts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Público-Alvo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Participantes interessados em eventos e shows locais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Organizadores e administradores de arenas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Usuários que desejam acompanhar métricas e tours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Fluxo de Trabalho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Planejamento com histórias de usuário documentadas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Desenvolvimento em frontend e backend paralelos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Gerência de configuração via Git e pastas separadas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Testes de integração manual e validação de rotas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Ferramentas Utilizadas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Java 17 + Spring Boot 4.0.5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React 18 + Vite 6 + Tailwind CSS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H2 Database, Maven Wrapper, pnpm/npm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Figma para design e prototipação de interface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Links Relevantes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Spring Boot: https://spring.io/projects/spring-boot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React: https://react.dev/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Vite: https://vitejs.dev/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Figma: https://www.figma.com/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Lições Aprendidas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Importância do planejamento visual e das histórias de usuário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Divisão clara de responsabilidades entre frontend e backend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Comunicação constante para resolver bugs e sincronizar entregas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Necessidade de testes para garantir exibição correta de dados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Demonstração Rápida do Produto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Assista à demonstração curta em vídeo:</a:t>
            </a:r>
            <a:endParaRPr lang="en-US" sz="20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4572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rgbClr val="1155CC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https://youtu.be/6cm3xAS81DU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Mostra login, eventos, checkout e comunidade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2026-05-29T17:09:18Z</dcterms:created>
  <dcterms:modified xsi:type="dcterms:W3CDTF">2026-05-29T17:09:18Z</dcterms:modified>
</cp:coreProperties>
</file>